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2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8" r:id="rId6"/>
    <p:sldId id="259" r:id="rId7"/>
    <p:sldId id="263" r:id="rId8"/>
    <p:sldId id="264" r:id="rId9"/>
    <p:sldId id="262" r:id="rId10"/>
    <p:sldId id="260" r:id="rId11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758A4-30A1-4B11-AE41-561DAB7A2761}" v="37" dt="2026-04-11T00:47:10.2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tor hugo" userId="2cabc536c2579797" providerId="LiveId" clId="{F13C111D-959C-4FBA-9B7F-A6739CBF8145}"/>
    <pc:docChg chg="undo redo custSel delSld modSld">
      <pc:chgData name="vitor hugo" userId="2cabc536c2579797" providerId="LiveId" clId="{F13C111D-959C-4FBA-9B7F-A6739CBF8145}" dt="2026-04-11T00:47:44.319" v="140" actId="20577"/>
      <pc:docMkLst>
        <pc:docMk/>
      </pc:docMkLst>
      <pc:sldChg chg="modSp mod">
        <pc:chgData name="vitor hugo" userId="2cabc536c2579797" providerId="LiveId" clId="{F13C111D-959C-4FBA-9B7F-A6739CBF8145}" dt="2026-04-11T00:47:44.319" v="140" actId="20577"/>
        <pc:sldMkLst>
          <pc:docMk/>
          <pc:sldMk cId="834050406" sldId="256"/>
        </pc:sldMkLst>
        <pc:spChg chg="mod">
          <ac:chgData name="vitor hugo" userId="2cabc536c2579797" providerId="LiveId" clId="{F13C111D-959C-4FBA-9B7F-A6739CBF8145}" dt="2026-04-11T00:47:44.319" v="140" actId="20577"/>
          <ac:spMkLst>
            <pc:docMk/>
            <pc:sldMk cId="834050406" sldId="256"/>
            <ac:spMk id="2" creationId="{050E78D6-F072-48E7-8270-20EFBDD26F36}"/>
          </ac:spMkLst>
        </pc:spChg>
      </pc:sldChg>
      <pc:sldChg chg="addSp delSp modSp mod">
        <pc:chgData name="vitor hugo" userId="2cabc536c2579797" providerId="LiveId" clId="{F13C111D-959C-4FBA-9B7F-A6739CBF8145}" dt="2026-04-11T00:26:23.510" v="58" actId="1076"/>
        <pc:sldMkLst>
          <pc:docMk/>
          <pc:sldMk cId="4128952323" sldId="258"/>
        </pc:sldMkLst>
        <pc:spChg chg="add del mod">
          <ac:chgData name="vitor hugo" userId="2cabc536c2579797" providerId="LiveId" clId="{F13C111D-959C-4FBA-9B7F-A6739CBF8145}" dt="2026-04-11T00:19:51.102" v="37"/>
          <ac:spMkLst>
            <pc:docMk/>
            <pc:sldMk cId="4128952323" sldId="258"/>
            <ac:spMk id="4" creationId="{E64E3F58-CD68-A070-9EE6-8BD75390AFF2}"/>
          </ac:spMkLst>
        </pc:spChg>
        <pc:picChg chg="add mod ord">
          <ac:chgData name="vitor hugo" userId="2cabc536c2579797" providerId="LiveId" clId="{F13C111D-959C-4FBA-9B7F-A6739CBF8145}" dt="2026-04-11T00:26:23.510" v="58" actId="1076"/>
          <ac:picMkLst>
            <pc:docMk/>
            <pc:sldMk cId="4128952323" sldId="258"/>
            <ac:picMk id="6" creationId="{85244630-FD47-42B4-4D23-9CDF39EB1DAF}"/>
          </ac:picMkLst>
        </pc:picChg>
        <pc:picChg chg="del">
          <ac:chgData name="vitor hugo" userId="2cabc536c2579797" providerId="LiveId" clId="{F13C111D-959C-4FBA-9B7F-A6739CBF8145}" dt="2026-04-11T00:18:22.850" v="33" actId="478"/>
          <ac:picMkLst>
            <pc:docMk/>
            <pc:sldMk cId="4128952323" sldId="258"/>
            <ac:picMk id="9" creationId="{5780F072-8258-0DAE-CE74-37D2A86D83DA}"/>
          </ac:picMkLst>
        </pc:picChg>
      </pc:sldChg>
      <pc:sldChg chg="addSp delSp modSp mod">
        <pc:chgData name="vitor hugo" userId="2cabc536c2579797" providerId="LiveId" clId="{F13C111D-959C-4FBA-9B7F-A6739CBF8145}" dt="2026-04-11T00:27:11.549" v="74" actId="403"/>
        <pc:sldMkLst>
          <pc:docMk/>
          <pc:sldMk cId="2067005262" sldId="259"/>
        </pc:sldMkLst>
        <pc:spChg chg="mod">
          <ac:chgData name="vitor hugo" userId="2cabc536c2579797" providerId="LiveId" clId="{F13C111D-959C-4FBA-9B7F-A6739CBF8145}" dt="2026-04-11T00:17:03.318" v="32" actId="20577"/>
          <ac:spMkLst>
            <pc:docMk/>
            <pc:sldMk cId="2067005262" sldId="259"/>
            <ac:spMk id="2" creationId="{15115107-5DA3-4397-A1DA-67705DAE1EC2}"/>
          </ac:spMkLst>
        </pc:spChg>
        <pc:spChg chg="add">
          <ac:chgData name="vitor hugo" userId="2cabc536c2579797" providerId="LiveId" clId="{F13C111D-959C-4FBA-9B7F-A6739CBF8145}" dt="2026-04-11T00:25:51.744" v="41"/>
          <ac:spMkLst>
            <pc:docMk/>
            <pc:sldMk cId="2067005262" sldId="259"/>
            <ac:spMk id="3" creationId="{D6FB2D67-EEA2-6373-FB54-63891842AEE5}"/>
          </ac:spMkLst>
        </pc:spChg>
        <pc:spChg chg="add del mod">
          <ac:chgData name="vitor hugo" userId="2cabc536c2579797" providerId="LiveId" clId="{F13C111D-959C-4FBA-9B7F-A6739CBF8145}" dt="2026-04-11T00:27:11.549" v="74" actId="403"/>
          <ac:spMkLst>
            <pc:docMk/>
            <pc:sldMk cId="2067005262" sldId="259"/>
            <ac:spMk id="4" creationId="{B8952A61-2C61-E65F-3D9E-6803BE96C0B2}"/>
          </ac:spMkLst>
        </pc:spChg>
        <pc:spChg chg="add">
          <ac:chgData name="vitor hugo" userId="2cabc536c2579797" providerId="LiveId" clId="{F13C111D-959C-4FBA-9B7F-A6739CBF8145}" dt="2026-04-11T00:25:53.556" v="42"/>
          <ac:spMkLst>
            <pc:docMk/>
            <pc:sldMk cId="2067005262" sldId="259"/>
            <ac:spMk id="5" creationId="{0E237195-0500-AC74-A80A-12793839DB36}"/>
          </ac:spMkLst>
        </pc:spChg>
        <pc:spChg chg="add">
          <ac:chgData name="vitor hugo" userId="2cabc536c2579797" providerId="LiveId" clId="{F13C111D-959C-4FBA-9B7F-A6739CBF8145}" dt="2026-04-11T00:25:58.767" v="43"/>
          <ac:spMkLst>
            <pc:docMk/>
            <pc:sldMk cId="2067005262" sldId="259"/>
            <ac:spMk id="6" creationId="{492AE301-7335-09EB-3AAB-3C8D63C4CA59}"/>
          </ac:spMkLst>
        </pc:spChg>
        <pc:spChg chg="add del">
          <ac:chgData name="vitor hugo" userId="2cabc536c2579797" providerId="LiveId" clId="{F13C111D-959C-4FBA-9B7F-A6739CBF8145}" dt="2026-04-11T00:26:17.474" v="55" actId="478"/>
          <ac:spMkLst>
            <pc:docMk/>
            <pc:sldMk cId="2067005262" sldId="259"/>
            <ac:spMk id="7" creationId="{5EFA1CC1-407B-DC9B-F1E4-8D1BA72DF440}"/>
          </ac:spMkLst>
        </pc:spChg>
        <pc:spChg chg="add mod">
          <ac:chgData name="vitor hugo" userId="2cabc536c2579797" providerId="LiveId" clId="{F13C111D-959C-4FBA-9B7F-A6739CBF8145}" dt="2026-04-11T00:26:01.630" v="46" actId="478"/>
          <ac:spMkLst>
            <pc:docMk/>
            <pc:sldMk cId="2067005262" sldId="259"/>
            <ac:spMk id="8" creationId="{935A1739-1B3C-335B-F934-E8CB3C180776}"/>
          </ac:spMkLst>
        </pc:spChg>
        <pc:spChg chg="add del mod">
          <ac:chgData name="vitor hugo" userId="2cabc536c2579797" providerId="LiveId" clId="{F13C111D-959C-4FBA-9B7F-A6739CBF8145}" dt="2026-04-11T00:26:17.105" v="54"/>
          <ac:spMkLst>
            <pc:docMk/>
            <pc:sldMk cId="2067005262" sldId="259"/>
            <ac:spMk id="9" creationId="{F6A2B44A-C6FE-5A6C-1DF1-F095E5C644DC}"/>
          </ac:spMkLst>
        </pc:spChg>
        <pc:spChg chg="add mod">
          <ac:chgData name="vitor hugo" userId="2cabc536c2579797" providerId="LiveId" clId="{F13C111D-959C-4FBA-9B7F-A6739CBF8145}" dt="2026-04-11T00:26:17.105" v="54"/>
          <ac:spMkLst>
            <pc:docMk/>
            <pc:sldMk cId="2067005262" sldId="259"/>
            <ac:spMk id="10" creationId="{16B22EA1-1509-69E4-5EF4-92ABBAEB2323}"/>
          </ac:spMkLst>
        </pc:spChg>
      </pc:sldChg>
      <pc:sldChg chg="addSp delSp modSp mod">
        <pc:chgData name="vitor hugo" userId="2cabc536c2579797" providerId="LiveId" clId="{F13C111D-959C-4FBA-9B7F-A6739CBF8145}" dt="2026-04-11T00:47:36.522" v="139" actId="1076"/>
        <pc:sldMkLst>
          <pc:docMk/>
          <pc:sldMk cId="2673849116" sldId="260"/>
        </pc:sldMkLst>
        <pc:spChg chg="mod">
          <ac:chgData name="vitor hugo" userId="2cabc536c2579797" providerId="LiveId" clId="{F13C111D-959C-4FBA-9B7F-A6739CBF8145}" dt="2026-04-11T00:47:36.522" v="139" actId="1076"/>
          <ac:spMkLst>
            <pc:docMk/>
            <pc:sldMk cId="2673849116" sldId="260"/>
            <ac:spMk id="2" creationId="{51F70220-677A-411B-B416-94321A555329}"/>
          </ac:spMkLst>
        </pc:spChg>
        <pc:spChg chg="del mod">
          <ac:chgData name="vitor hugo" userId="2cabc536c2579797" providerId="LiveId" clId="{F13C111D-959C-4FBA-9B7F-A6739CBF8145}" dt="2026-04-11T00:46:49.654" v="130"/>
          <ac:spMkLst>
            <pc:docMk/>
            <pc:sldMk cId="2673849116" sldId="260"/>
            <ac:spMk id="3" creationId="{667D1328-A694-4327-A93A-3D919FD65B27}"/>
          </ac:spMkLst>
        </pc:spChg>
        <pc:spChg chg="mod">
          <ac:chgData name="vitor hugo" userId="2cabc536c2579797" providerId="LiveId" clId="{F13C111D-959C-4FBA-9B7F-A6739CBF8145}" dt="2026-04-11T00:47:07.740" v="133" actId="1076"/>
          <ac:spMkLst>
            <pc:docMk/>
            <pc:sldMk cId="2673849116" sldId="260"/>
            <ac:spMk id="5" creationId="{1FE48D4F-AD3A-CACE-5CD8-695103339DA5}"/>
          </ac:spMkLst>
        </pc:spChg>
        <pc:spChg chg="add">
          <ac:chgData name="vitor hugo" userId="2cabc536c2579797" providerId="LiveId" clId="{F13C111D-959C-4FBA-9B7F-A6739CBF8145}" dt="2026-04-11T00:46:20.566" v="123"/>
          <ac:spMkLst>
            <pc:docMk/>
            <pc:sldMk cId="2673849116" sldId="260"/>
            <ac:spMk id="6" creationId="{FA7DAB2F-0B30-5E71-2C31-A3773A375F26}"/>
          </ac:spMkLst>
        </pc:spChg>
        <pc:spChg chg="add del mod">
          <ac:chgData name="vitor hugo" userId="2cabc536c2579797" providerId="LiveId" clId="{F13C111D-959C-4FBA-9B7F-A6739CBF8145}" dt="2026-04-11T00:46:42.871" v="128" actId="478"/>
          <ac:spMkLst>
            <pc:docMk/>
            <pc:sldMk cId="2673849116" sldId="260"/>
            <ac:spMk id="7" creationId="{9797ED43-C6DD-C603-06AD-7102F5122049}"/>
          </ac:spMkLst>
        </pc:spChg>
        <pc:spChg chg="add mod">
          <ac:chgData name="vitor hugo" userId="2cabc536c2579797" providerId="LiveId" clId="{F13C111D-959C-4FBA-9B7F-A6739CBF8145}" dt="2026-04-11T00:47:33.454" v="138" actId="20577"/>
          <ac:spMkLst>
            <pc:docMk/>
            <pc:sldMk cId="2673849116" sldId="260"/>
            <ac:spMk id="8" creationId="{1F84BB99-8208-02FE-B9C8-D2CB72C867CE}"/>
          </ac:spMkLst>
        </pc:spChg>
      </pc:sldChg>
      <pc:sldChg chg="delSp del mod">
        <pc:chgData name="vitor hugo" userId="2cabc536c2579797" providerId="LiveId" clId="{F13C111D-959C-4FBA-9B7F-A6739CBF8145}" dt="2026-04-11T00:38:35.971" v="101" actId="47"/>
        <pc:sldMkLst>
          <pc:docMk/>
          <pc:sldMk cId="3831721391" sldId="261"/>
        </pc:sldMkLst>
        <pc:picChg chg="del">
          <ac:chgData name="vitor hugo" userId="2cabc536c2579797" providerId="LiveId" clId="{F13C111D-959C-4FBA-9B7F-A6739CBF8145}" dt="2026-04-11T00:28:53.534" v="75" actId="478"/>
          <ac:picMkLst>
            <pc:docMk/>
            <pc:sldMk cId="3831721391" sldId="261"/>
            <ac:picMk id="8" creationId="{3B063980-EA02-0558-21B3-884533809DCF}"/>
          </ac:picMkLst>
        </pc:picChg>
        <pc:picChg chg="del">
          <ac:chgData name="vitor hugo" userId="2cabc536c2579797" providerId="LiveId" clId="{F13C111D-959C-4FBA-9B7F-A6739CBF8145}" dt="2026-04-11T00:28:54.103" v="76" actId="478"/>
          <ac:picMkLst>
            <pc:docMk/>
            <pc:sldMk cId="3831721391" sldId="261"/>
            <ac:picMk id="15" creationId="{C1931C0B-A6D9-69D4-0CD3-0623CE3D3A4F}"/>
          </ac:picMkLst>
        </pc:picChg>
      </pc:sldChg>
      <pc:sldChg chg="modSp">
        <pc:chgData name="vitor hugo" userId="2cabc536c2579797" providerId="LiveId" clId="{F13C111D-959C-4FBA-9B7F-A6739CBF8145}" dt="2026-04-11T00:19:13.521" v="35"/>
        <pc:sldMkLst>
          <pc:docMk/>
          <pc:sldMk cId="2915407594" sldId="262"/>
        </pc:sldMkLst>
        <pc:spChg chg="mod">
          <ac:chgData name="vitor hugo" userId="2cabc536c2579797" providerId="LiveId" clId="{F13C111D-959C-4FBA-9B7F-A6739CBF8145}" dt="2026-04-11T00:19:13.521" v="35"/>
          <ac:spMkLst>
            <pc:docMk/>
            <pc:sldMk cId="2915407594" sldId="262"/>
            <ac:spMk id="5" creationId="{BD74DB66-2643-912B-6375-2959CE03E91B}"/>
          </ac:spMkLst>
        </pc:spChg>
      </pc:sldChg>
      <pc:sldChg chg="addSp delSp modSp mod">
        <pc:chgData name="vitor hugo" userId="2cabc536c2579797" providerId="LiveId" clId="{F13C111D-959C-4FBA-9B7F-A6739CBF8145}" dt="2026-04-11T00:46:31.002" v="126" actId="1076"/>
        <pc:sldMkLst>
          <pc:docMk/>
          <pc:sldMk cId="376260554" sldId="263"/>
        </pc:sldMkLst>
        <pc:spChg chg="mod">
          <ac:chgData name="vitor hugo" userId="2cabc536c2579797" providerId="LiveId" clId="{F13C111D-959C-4FBA-9B7F-A6739CBF8145}" dt="2026-04-11T00:38:49.285" v="105" actId="14100"/>
          <ac:spMkLst>
            <pc:docMk/>
            <pc:sldMk cId="376260554" sldId="263"/>
            <ac:spMk id="11" creationId="{CE0B301C-0482-A6E3-7205-B78520C28E01}"/>
          </ac:spMkLst>
        </pc:spChg>
        <pc:spChg chg="mod">
          <ac:chgData name="vitor hugo" userId="2cabc536c2579797" providerId="LiveId" clId="{F13C111D-959C-4FBA-9B7F-A6739CBF8145}" dt="2026-04-11T00:39:08.428" v="110"/>
          <ac:spMkLst>
            <pc:docMk/>
            <pc:sldMk cId="376260554" sldId="263"/>
            <ac:spMk id="16" creationId="{C66A8547-47B3-B2D9-B7A8-091DD9E8DA78}"/>
          </ac:spMkLst>
        </pc:spChg>
        <pc:picChg chg="del">
          <ac:chgData name="vitor hugo" userId="2cabc536c2579797" providerId="LiveId" clId="{F13C111D-959C-4FBA-9B7F-A6739CBF8145}" dt="2026-04-11T00:28:55.566" v="77" actId="478"/>
          <ac:picMkLst>
            <pc:docMk/>
            <pc:sldMk cId="376260554" sldId="263"/>
            <ac:picMk id="4" creationId="{08867EE0-F84C-4BF3-29EC-8ADF9D61BD26}"/>
          </ac:picMkLst>
        </pc:picChg>
        <pc:picChg chg="add mod modCrop">
          <ac:chgData name="vitor hugo" userId="2cabc536c2579797" providerId="LiveId" clId="{F13C111D-959C-4FBA-9B7F-A6739CBF8145}" dt="2026-04-11T00:40:18.895" v="121" actId="1076"/>
          <ac:picMkLst>
            <pc:docMk/>
            <pc:sldMk cId="376260554" sldId="263"/>
            <ac:picMk id="5" creationId="{D0E344B0-9922-EF02-8A57-103FD499C138}"/>
          </ac:picMkLst>
        </pc:picChg>
        <pc:picChg chg="del">
          <ac:chgData name="vitor hugo" userId="2cabc536c2579797" providerId="LiveId" clId="{F13C111D-959C-4FBA-9B7F-A6739CBF8145}" dt="2026-04-11T00:28:56.061" v="78" actId="478"/>
          <ac:picMkLst>
            <pc:docMk/>
            <pc:sldMk cId="376260554" sldId="263"/>
            <ac:picMk id="6" creationId="{F740E506-246D-6DBD-9575-D1D9E54249C0}"/>
          </ac:picMkLst>
        </pc:picChg>
        <pc:picChg chg="add mod modCrop">
          <ac:chgData name="vitor hugo" userId="2cabc536c2579797" providerId="LiveId" clId="{F13C111D-959C-4FBA-9B7F-A6739CBF8145}" dt="2026-04-11T00:46:31.002" v="126" actId="1076"/>
          <ac:picMkLst>
            <pc:docMk/>
            <pc:sldMk cId="376260554" sldId="263"/>
            <ac:picMk id="8" creationId="{B3EB1F49-3237-5796-1B53-EA04D94A9F01}"/>
          </ac:picMkLst>
        </pc:picChg>
      </pc:sldChg>
      <pc:sldChg chg="addSp delSp modSp mod">
        <pc:chgData name="vitor hugo" userId="2cabc536c2579797" providerId="LiveId" clId="{F13C111D-959C-4FBA-9B7F-A6739CBF8145}" dt="2026-04-11T00:39:52.535" v="118"/>
        <pc:sldMkLst>
          <pc:docMk/>
          <pc:sldMk cId="3347154250" sldId="264"/>
        </pc:sldMkLst>
        <pc:spChg chg="mod">
          <ac:chgData name="vitor hugo" userId="2cabc536c2579797" providerId="LiveId" clId="{F13C111D-959C-4FBA-9B7F-A6739CBF8145}" dt="2026-04-11T00:39:32.804" v="115" actId="1076"/>
          <ac:spMkLst>
            <pc:docMk/>
            <pc:sldMk cId="3347154250" sldId="264"/>
            <ac:spMk id="11" creationId="{B8FD5320-E2F0-88B1-67B6-6B47CAFA25DB}"/>
          </ac:spMkLst>
        </pc:spChg>
        <pc:spChg chg="mod">
          <ac:chgData name="vitor hugo" userId="2cabc536c2579797" providerId="LiveId" clId="{F13C111D-959C-4FBA-9B7F-A6739CBF8145}" dt="2026-04-11T00:39:52.535" v="118"/>
          <ac:spMkLst>
            <pc:docMk/>
            <pc:sldMk cId="3347154250" sldId="264"/>
            <ac:spMk id="16" creationId="{D27AFAD5-23C4-27B4-58A9-A13459786976}"/>
          </ac:spMkLst>
        </pc:spChg>
        <pc:picChg chg="add mod">
          <ac:chgData name="vitor hugo" userId="2cabc536c2579797" providerId="LiveId" clId="{F13C111D-959C-4FBA-9B7F-A6739CBF8145}" dt="2026-04-11T00:37:32.434" v="100" actId="1076"/>
          <ac:picMkLst>
            <pc:docMk/>
            <pc:sldMk cId="3347154250" sldId="264"/>
            <ac:picMk id="4" creationId="{C85B5946-22B3-A2B4-8CFD-5E4B79E1EA25}"/>
          </ac:picMkLst>
        </pc:picChg>
        <pc:picChg chg="del">
          <ac:chgData name="vitor hugo" userId="2cabc536c2579797" providerId="LiveId" clId="{F13C111D-959C-4FBA-9B7F-A6739CBF8145}" dt="2026-04-11T00:28:58.187" v="79" actId="478"/>
          <ac:picMkLst>
            <pc:docMk/>
            <pc:sldMk cId="3347154250" sldId="264"/>
            <ac:picMk id="5" creationId="{A580EAFA-7E4E-82D1-5250-0CB41A298B91}"/>
          </ac:picMkLst>
        </pc:picChg>
        <pc:picChg chg="add mod">
          <ac:chgData name="vitor hugo" userId="2cabc536c2579797" providerId="LiveId" clId="{F13C111D-959C-4FBA-9B7F-A6739CBF8145}" dt="2026-04-11T00:37:28.467" v="98" actId="1076"/>
          <ac:picMkLst>
            <pc:docMk/>
            <pc:sldMk cId="3347154250" sldId="264"/>
            <ac:picMk id="7" creationId="{CC346A3A-01CC-285B-A7B2-924F94799ED3}"/>
          </ac:picMkLst>
        </pc:picChg>
        <pc:picChg chg="del">
          <ac:chgData name="vitor hugo" userId="2cabc536c2579797" providerId="LiveId" clId="{F13C111D-959C-4FBA-9B7F-A6739CBF8145}" dt="2026-04-11T00:28:59.140" v="81" actId="478"/>
          <ac:picMkLst>
            <pc:docMk/>
            <pc:sldMk cId="3347154250" sldId="264"/>
            <ac:picMk id="8" creationId="{924BE328-E9A7-6184-4D7C-35246DB40D6D}"/>
          </ac:picMkLst>
        </pc:picChg>
        <pc:picChg chg="del">
          <ac:chgData name="vitor hugo" userId="2cabc536c2579797" providerId="LiveId" clId="{F13C111D-959C-4FBA-9B7F-A6739CBF8145}" dt="2026-04-11T00:28:58.643" v="80" actId="478"/>
          <ac:picMkLst>
            <pc:docMk/>
            <pc:sldMk cId="3347154250" sldId="264"/>
            <ac:picMk id="10" creationId="{7AA02444-9803-C95A-EE74-4412125DF31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33B479-B86F-4B3B-92CC-A65D21022A71}" type="datetime1">
              <a:rPr lang="pt-BR" smtClean="0"/>
              <a:t>10/04/2026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53290-F0ED-46B1-B74B-2F3871D103E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14772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89ABE-C638-43EB-8FF2-1C40E4E3A55D}" type="datetime1">
              <a:rPr lang="pt-BR" smtClean="0"/>
              <a:pPr/>
              <a:t>10/04/2026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 dirty="0"/>
              <a:t>Editar estilos de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B69BF2-40CB-4D1C-9AF8-B52A60A65A50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084546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69BF2-40CB-4D1C-9AF8-B52A60A65A50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69656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69BF2-40CB-4D1C-9AF8-B52A60A65A50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4848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69BF2-40CB-4D1C-9AF8-B52A60A65A50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3172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7C07D-BE8C-64BC-B6DB-317CB6C6A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D0B80D1-120E-F501-28D1-C04D2BF35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9D196D7-1BFB-AF8B-6283-FFD74A280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7F66D1D-D410-E245-0585-C01D7192C8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69BF2-40CB-4D1C-9AF8-B52A60A65A50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5708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2471F-B9BE-5DFF-5311-2A0A9857F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0717921-544B-9DE8-BA71-B97F34900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848833E-44FC-9FC9-F9DF-A2C759C16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0A25F32-BAB8-A79D-2C01-0A19ADD511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69BF2-40CB-4D1C-9AF8-B52A60A65A50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166575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33417-E4BE-9094-65C4-F3D0BD75A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66E0502-5EF2-3678-A805-073080B6C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379EE75-1F4D-37B7-7460-A6AFA0AFAD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C3B10BF-510A-A170-CDF9-A189A5686C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69BF2-40CB-4D1C-9AF8-B52A60A65A50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5660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B69BF2-40CB-4D1C-9AF8-B52A60A65A50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73894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rtlCol="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CA70E9B-807F-4AE6-92CC-96282D5E7311}" type="datetime1">
              <a:rPr lang="pt-BR" noProof="0" smtClean="0"/>
              <a:t>10/04/2026</a:t>
            </a:fld>
            <a:endParaRPr lang="pt-BR" noProof="0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827077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7C79FE1-4EE1-4F09-AF1C-ADB867A4DDB7}" type="datetime1">
              <a:rPr lang="pt-BR" noProof="0" smtClean="0"/>
              <a:t>10/04/2026</a:t>
            </a:fld>
            <a:endParaRPr lang="pt-BR" noProof="0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82275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rtlCol="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rtlCol="0"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132E7D4-C3C8-491E-AF18-B3F00DDC0614}" type="datetime1">
              <a:rPr lang="pt-BR" noProof="0" smtClean="0"/>
              <a:t>10/04/2026</a:t>
            </a:fld>
            <a:endParaRPr lang="pt-BR" noProof="0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28561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B6D9EE8-2544-4943-81D3-517B336FA10A}" type="datetime1">
              <a:rPr lang="pt-BR" noProof="0" smtClean="0"/>
              <a:t>10/04/2026</a:t>
            </a:fld>
            <a:endParaRPr lang="pt-BR" noProof="0" dirty="0"/>
          </a:p>
        </p:txBody>
      </p:sp>
      <p:sp>
        <p:nvSpPr>
          <p:cNvPr id="9" name="Espaço Reservado para Rodapé 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10" name="Espaço reservado para o número do slide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366587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rtlCol="0"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 rtlCol="0"/>
          <a:lstStyle>
            <a:lvl5pPr>
              <a:defRPr/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11" name="Espaço Reservado para Texto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rtlCol="0"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B952E2D-6498-45E7-A8E3-132689DDCE1E}" type="datetime1">
              <a:rPr lang="pt-BR" noProof="0" smtClean="0"/>
              <a:t>10/04/2026</a:t>
            </a:fld>
            <a:endParaRPr lang="pt-BR" noProof="0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55889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00953FF-B44C-4032-BE08-263E004F48D0}" type="datetime1">
              <a:rPr lang="pt-BR" noProof="0" smtClean="0"/>
              <a:t>10/04/2026</a:t>
            </a:fld>
            <a:endParaRPr lang="pt-BR" noProof="0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0077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A1CED91-10F8-4F28-862B-FD4E3A97170A}" type="datetime1">
              <a:rPr lang="pt-BR" noProof="0" smtClean="0"/>
              <a:t>10/04/2026</a:t>
            </a:fld>
            <a:endParaRPr lang="pt-BR" noProof="0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359989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rtlCol="0"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 rtlCol="0"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rtlCol="0"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9" name="Espaço Reservado para Data 8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CFC77E-2AA3-4152-A54C-74981BE28E55}" type="datetime1">
              <a:rPr lang="pt-BR" noProof="0" smtClean="0"/>
              <a:t>10/04/2026</a:t>
            </a:fld>
            <a:endParaRPr lang="pt-BR" noProof="0" dirty="0"/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 rtlCol="0"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11" name="Espaço Reservado para o Número do Slide 10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205352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rtlCol="0"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rtlCol="0"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rtlCol="0" anchor="t" anchorCtr="1">
            <a:normAutofit/>
          </a:bodyPr>
          <a:lstStyle>
            <a:lvl1pPr marL="0" indent="0" algn="ctr" rtl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pPr rtl="0"/>
            <a:fld id="{8EC681D4-C3A8-4CE6-91AF-0785B228C7CF}" type="datetime1">
              <a:rPr lang="pt-BR" noProof="0" smtClean="0"/>
              <a:t>10/04/2026</a:t>
            </a:fld>
            <a:endParaRPr lang="pt-BR" noProof="0" dirty="0"/>
          </a:p>
        </p:txBody>
      </p:sp>
      <p:sp>
        <p:nvSpPr>
          <p:cNvPr id="9" name="Espaço Reservado para Rodapé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 rtlCol="0"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10" name="Espaço Reservado para o Número do Slide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947789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F190B64-7C24-4AC5-981A-18293759B464}" type="datetime1">
              <a:rPr lang="pt-BR" noProof="0" smtClean="0"/>
              <a:t>10/04/2026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738428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CB21156-01AE-471C-8785-A0104C41415F}" type="datetime1">
              <a:rPr lang="pt-BR" noProof="0" smtClean="0"/>
              <a:t>10/04/2026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22238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 dirty="0"/>
              <a:t>Editar estilos de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rtl="0"/>
            <a:fld id="{CB6EA007-E4DD-442B-86B0-09BBF9FC84DB}" type="datetime1">
              <a:rPr lang="pt-BR" noProof="0" smtClean="0"/>
              <a:t>10/04/2026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pPr rtl="0"/>
            <a:r>
              <a:rPr lang="pt-BR" noProof="0" dirty="0"/>
              <a:t>
              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pPr rtl="0"/>
            <a:fld id="{6D22F896-40B5-4ADD-8801-0D06FADFA095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65901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6981E6A2-4656-4CFE-9BF4-39D81EE2C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50E78D6-F072-48E7-8270-20EFBDD26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2594153"/>
            <a:ext cx="4486656" cy="1231106"/>
          </a:xfrm>
          <a:noFill/>
          <a:ln>
            <a:solidFill>
              <a:schemeClr val="tx1"/>
            </a:solidFill>
          </a:ln>
          <a:effectLst>
            <a:glow rad="152400">
              <a:schemeClr val="tx1">
                <a:alpha val="13000"/>
              </a:schemeClr>
            </a:glow>
          </a:effectLst>
        </p:spPr>
        <p:txBody>
          <a:bodyPr rtlCol="0">
            <a:normAutofit/>
          </a:bodyPr>
          <a:lstStyle/>
          <a:p>
            <a:pPr rtl="0"/>
            <a:r>
              <a:rPr lang="pt-BR" sz="3000" dirty="0">
                <a:solidFill>
                  <a:schemeClr val="tx1"/>
                </a:solidFill>
              </a:rPr>
              <a:t>Ado 1i</a:t>
            </a:r>
            <a:br>
              <a:rPr lang="pt-BR" sz="3000" dirty="0">
                <a:solidFill>
                  <a:schemeClr val="tx1"/>
                </a:solidFill>
              </a:rPr>
            </a:br>
            <a:r>
              <a:rPr lang="pt-BR" sz="3000" dirty="0" err="1">
                <a:solidFill>
                  <a:schemeClr val="tx1"/>
                </a:solidFill>
              </a:rPr>
              <a:t>Clinica.db</a:t>
            </a:r>
            <a:endParaRPr lang="pt-BR" sz="3000" dirty="0">
              <a:solidFill>
                <a:schemeClr val="tx1"/>
              </a:solidFill>
            </a:endParaRPr>
          </a:p>
        </p:txBody>
      </p:sp>
      <p:pic>
        <p:nvPicPr>
          <p:cNvPr id="5" name="Imagem 4" descr="Números de negociações financeiras">
            <a:extLst>
              <a:ext uri="{FF2B5EF4-FFF2-40B4-BE49-F238E27FC236}">
                <a16:creationId xmlns:a16="http://schemas.microsoft.com/office/drawing/2014/main" id="{112B9624-F8A1-4831-AE43-1D9E266CFF3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6096000" y="10"/>
            <a:ext cx="6095999" cy="685799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1535526-BDD0-A39A-B3B1-184713864598}"/>
              </a:ext>
            </a:extLst>
          </p:cNvPr>
          <p:cNvSpPr txBox="1"/>
          <p:nvPr/>
        </p:nvSpPr>
        <p:spPr>
          <a:xfrm>
            <a:off x="1484722" y="4110087"/>
            <a:ext cx="3126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VITOR HUGO DE JESUS SILVA</a:t>
            </a:r>
          </a:p>
        </p:txBody>
      </p:sp>
    </p:spTree>
    <p:extLst>
      <p:ext uri="{BB962C8B-B14F-4D97-AF65-F5344CB8AC3E}">
        <p14:creationId xmlns:p14="http://schemas.microsoft.com/office/powerpoint/2010/main" val="834050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tângulo 17">
            <a:extLst>
              <a:ext uri="{FF2B5EF4-FFF2-40B4-BE49-F238E27FC236}">
                <a16:creationId xmlns:a16="http://schemas.microsoft.com/office/drawing/2014/main" id="{0AF33C27-9C85-4B30-9AD7-879D48AFE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D5089DD-882D-4413-B8BF-4798BFD84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7704" y="0"/>
            <a:ext cx="4654296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EB78894-19E5-4916-B37E-B4A80B9B8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1963" y="2681103"/>
            <a:ext cx="3894565" cy="1495794"/>
          </a:xfrm>
          <a:noFill/>
          <a:ln>
            <a:solidFill>
              <a:srgbClr val="FFFFFF"/>
            </a:solidFill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wrap="square" rtlCol="0">
            <a:normAutofit fontScale="90000"/>
          </a:bodyPr>
          <a:lstStyle/>
          <a:p>
            <a:pPr rtl="0"/>
            <a:r>
              <a:rPr lang="pt-BR" dirty="0">
                <a:solidFill>
                  <a:srgbClr val="FFFFFF"/>
                </a:solidFill>
              </a:rPr>
              <a:t>MODELO ENTIDADE-RELACIONAMENTO (ER)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85244630-FD47-42B4-4D23-9CDF39EB1D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2950" y="1700766"/>
            <a:ext cx="6336858" cy="3456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952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tângulo 17">
            <a:extLst>
              <a:ext uri="{FF2B5EF4-FFF2-40B4-BE49-F238E27FC236}">
                <a16:creationId xmlns:a16="http://schemas.microsoft.com/office/drawing/2014/main" id="{93F0ADB5-A0B4-4B01-A8C4-FDC34CE22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A6D0FDE-0241-4C21-A720-A69475358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5115107-5DA3-4397-A1DA-67705DAE1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681103"/>
            <a:ext cx="3363974" cy="1495794"/>
          </a:xfrm>
          <a:noFill/>
          <a:ln w="31750" cap="sq">
            <a:solidFill>
              <a:srgbClr val="FFFFFF"/>
            </a:solidFill>
            <a:miter lim="800000"/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vert="horz" wrap="square" lIns="182880" tIns="182880" rIns="182880" bIns="182880" rtlCol="0" anchor="ctr">
            <a:normAutofit/>
          </a:bodyPr>
          <a:lstStyle/>
          <a:p>
            <a:pPr rtl="0"/>
            <a:r>
              <a:rPr lang="pt-BR" dirty="0">
                <a:solidFill>
                  <a:srgbClr val="FFFFFF"/>
                </a:solidFill>
              </a:rPr>
              <a:t>Estrutura do CLINICA DB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952A61-2C61-E65F-3D9E-6803BE96C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0310" y="1276494"/>
            <a:ext cx="5365787" cy="41754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pt-BR" sz="2100" b="1" dirty="0"/>
              <a:t>O Cenário de Duas Tabelas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b="1" dirty="0"/>
              <a:t>Tabela pacientes (O Cadastro):</a:t>
            </a:r>
            <a:r>
              <a:rPr lang="pt-BR" dirty="0"/>
              <a:t> Guarda as informações fixas de quem é a pessoa (ID, nome, nascimento, contato). É o perfil do cliente.</a:t>
            </a:r>
          </a:p>
          <a:p>
            <a:r>
              <a:rPr lang="pt-BR" b="1" dirty="0"/>
              <a:t>Tabela consultas (O Histórico):</a:t>
            </a:r>
            <a:r>
              <a:rPr lang="pt-BR" dirty="0"/>
              <a:t> Guarda o que aconteceu na clínica (data, motivo, valor). Cada linha é um atendimento novo.</a:t>
            </a:r>
          </a:p>
          <a:p>
            <a:r>
              <a:rPr lang="pt-BR" b="1" dirty="0"/>
              <a:t>A Ligação entre Elas</a:t>
            </a:r>
            <a:r>
              <a:rPr lang="pt-BR" dirty="0"/>
              <a:t> As tabelas se conversam através do </a:t>
            </a:r>
            <a:r>
              <a:rPr lang="pt-BR" b="1" dirty="0" err="1"/>
              <a:t>paciente_id</a:t>
            </a:r>
            <a:r>
              <a:rPr lang="pt-BR" dirty="0"/>
              <a:t>. Na tabela de consultas, você não escreve o nome da pessoa de novo, apenas coloca o número de ID dela.</a:t>
            </a:r>
          </a:p>
          <a:p>
            <a:r>
              <a:rPr lang="pt-BR" b="1" dirty="0"/>
              <a:t>Por que isso é bom?</a:t>
            </a:r>
            <a:r>
              <a:rPr lang="pt-BR" dirty="0"/>
              <a:t> Organização e performance. Você cadastra o paciente apenas uma vez. Se ele mudar de telefone, você atualiza em um só lugar. Todo o histórico médico e financeiro dele continua preservado e conectado a ele de forma leve, sem repetir dados no sistema.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67005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C91E1B-FE90-4E33-8711-40BFE5AAA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6919B9-2EB1-E80C-11F7-88E865DC8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8375" y="217476"/>
            <a:ext cx="6924472" cy="862295"/>
          </a:xfrm>
          <a:noFill/>
          <a:ln>
            <a:solidFill>
              <a:srgbClr val="FFFFFF"/>
            </a:solidFill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wrap="square" rtlCol="0">
            <a:normAutofit/>
          </a:bodyPr>
          <a:lstStyle/>
          <a:p>
            <a:pPr rtl="0"/>
            <a:r>
              <a:rPr lang="pt-BR" sz="2800" dirty="0">
                <a:solidFill>
                  <a:srgbClr val="FFFFFF"/>
                </a:solidFill>
              </a:rPr>
              <a:t>RESULTADOS DE CONSULTAS SQL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E0B301C-0482-A6E3-7205-B78520C28E01}"/>
              </a:ext>
            </a:extLst>
          </p:cNvPr>
          <p:cNvSpPr txBox="1"/>
          <p:nvPr/>
        </p:nvSpPr>
        <p:spPr>
          <a:xfrm>
            <a:off x="1104181" y="1468877"/>
            <a:ext cx="38543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a) Extração de texto (</a:t>
            </a:r>
            <a:r>
              <a:rPr lang="pt-BR" dirty="0" err="1"/>
              <a:t>substr</a:t>
            </a:r>
            <a:r>
              <a:rPr lang="pt-BR" dirty="0"/>
              <a:t> e </a:t>
            </a:r>
            <a:r>
              <a:rPr lang="pt-BR" dirty="0" err="1"/>
              <a:t>instr</a:t>
            </a:r>
            <a:r>
              <a:rPr lang="pt-BR" dirty="0"/>
              <a:t>)</a:t>
            </a:r>
          </a:p>
          <a:p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66A8547-47B3-B2D9-B7A8-091DD9E8DA78}"/>
              </a:ext>
            </a:extLst>
          </p:cNvPr>
          <p:cNvSpPr txBox="1"/>
          <p:nvPr/>
        </p:nvSpPr>
        <p:spPr>
          <a:xfrm>
            <a:off x="7233504" y="1330377"/>
            <a:ext cx="4060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d) Cálculo de idade com base na data de nascimento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0E344B0-9922-EF02-8A57-103FD499C1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114"/>
          <a:stretch>
            <a:fillRect/>
          </a:stretch>
        </p:blipFill>
        <p:spPr>
          <a:xfrm>
            <a:off x="267419" y="2365815"/>
            <a:ext cx="5730879" cy="281910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3EB1F49-3237-5796-1B53-EA04D94A9F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1911"/>
          <a:stretch>
            <a:fillRect/>
          </a:stretch>
        </p:blipFill>
        <p:spPr>
          <a:xfrm>
            <a:off x="6590520" y="2365815"/>
            <a:ext cx="5020635" cy="281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60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D1041-4158-9F9E-F8BE-D9353C485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5F1574-6952-A851-0471-B88FC20BE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8375" y="217476"/>
            <a:ext cx="6924472" cy="862295"/>
          </a:xfrm>
          <a:noFill/>
          <a:ln>
            <a:solidFill>
              <a:srgbClr val="FFFFFF"/>
            </a:solidFill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wrap="square" rtlCol="0">
            <a:normAutofit/>
          </a:bodyPr>
          <a:lstStyle/>
          <a:p>
            <a:pPr rtl="0"/>
            <a:r>
              <a:rPr lang="pt-BR" sz="2800" dirty="0">
                <a:solidFill>
                  <a:srgbClr val="FFFFFF"/>
                </a:solidFill>
              </a:rPr>
              <a:t>RESULTADOS DE CONSULTAS SQL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8FD5320-E2F0-88B1-67B6-6B47CAFA25DB}"/>
              </a:ext>
            </a:extLst>
          </p:cNvPr>
          <p:cNvSpPr txBox="1"/>
          <p:nvPr/>
        </p:nvSpPr>
        <p:spPr>
          <a:xfrm>
            <a:off x="1209145" y="1468876"/>
            <a:ext cx="36748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c) Agregações, Agrupamentos e Filtros (SUM, COUNT, AVG, GROUP BY, HAVING)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27AFAD5-23C4-27B4-58A9-A13459786976}"/>
              </a:ext>
            </a:extLst>
          </p:cNvPr>
          <p:cNvSpPr txBox="1"/>
          <p:nvPr/>
        </p:nvSpPr>
        <p:spPr>
          <a:xfrm>
            <a:off x="7308007" y="1468876"/>
            <a:ext cx="40607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d) Conversão de dados em mensagens concatenadas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85B5946-22B3-A2B4-8CFD-5E4B79E1E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88" y="2781311"/>
            <a:ext cx="5881340" cy="243420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C346A3A-01CC-285B-A7B2-924F94799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81311"/>
            <a:ext cx="5833522" cy="243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154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BDF3B4-FA04-4660-FED0-66FCFAC91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tângulo 17">
            <a:extLst>
              <a:ext uri="{FF2B5EF4-FFF2-40B4-BE49-F238E27FC236}">
                <a16:creationId xmlns:a16="http://schemas.microsoft.com/office/drawing/2014/main" id="{37B61B21-79B2-F23E-1662-035BB55CB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3011F76-6BA7-34C9-A02E-0A07E3D42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5E489FF-3E6D-89D6-8D63-24A5F76B2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681103"/>
            <a:ext cx="3363974" cy="1495794"/>
          </a:xfrm>
          <a:noFill/>
          <a:ln w="31750" cap="sq">
            <a:solidFill>
              <a:srgbClr val="FFFFFF"/>
            </a:solidFill>
            <a:miter lim="800000"/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vert="horz" wrap="square" lIns="182880" tIns="182880" rIns="182880" bIns="182880" rtlCol="0" anchor="ctr">
            <a:normAutofit/>
          </a:bodyPr>
          <a:lstStyle/>
          <a:p>
            <a:pPr rtl="0"/>
            <a:r>
              <a:rPr lang="pt-BR" dirty="0">
                <a:solidFill>
                  <a:srgbClr val="FFFFFF"/>
                </a:solidFill>
              </a:rPr>
              <a:t>ANÁLISE DOS DADOS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D74DB66-2643-912B-6375-2959CE03E9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57740" y="2136337"/>
            <a:ext cx="479725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 1: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dirty="0"/>
              <a:t>Consultas de retorno possuem valor R$ 0.00, o que derruba o </a:t>
            </a:r>
            <a:r>
              <a:rPr lang="pt-BR" i="1" dirty="0"/>
              <a:t>Ticket Médio</a:t>
            </a:r>
            <a:r>
              <a:rPr lang="pt-BR" dirty="0"/>
              <a:t> no cálculo das agregações. É importante isolar essas consultas ao analisar faturamento puro.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 2: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dirty="0"/>
              <a:t>A extração de domínios (</a:t>
            </a:r>
            <a:r>
              <a:rPr lang="pt-BR" dirty="0" err="1"/>
              <a:t>Ex</a:t>
            </a:r>
            <a:r>
              <a:rPr lang="pt-BR" dirty="0"/>
              <a:t>: @email.com) pode ser usada no futuro para direcionar campanhas de marketing (</a:t>
            </a:r>
            <a:r>
              <a:rPr lang="pt-BR" dirty="0" err="1"/>
              <a:t>ex</a:t>
            </a:r>
            <a:r>
              <a:rPr lang="pt-BR" dirty="0"/>
              <a:t>: focar em usuários corporativos ou contas pessoais).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407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F70220-677A-411B-B416-94321A55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3301" y="408127"/>
            <a:ext cx="4451773" cy="1174991"/>
          </a:xfrm>
          <a:noFill/>
          <a:ln w="31750" cap="sq">
            <a:solidFill>
              <a:schemeClr val="bg1"/>
            </a:solidFill>
            <a:miter lim="800000"/>
          </a:ln>
          <a:effectLst>
            <a:glow rad="152400">
              <a:schemeClr val="bg1">
                <a:alpha val="13000"/>
              </a:schemeClr>
            </a:glow>
          </a:effectLst>
        </p:spPr>
        <p:txBody>
          <a:bodyPr vert="horz" wrap="square" lIns="182880" tIns="182880" rIns="182880" bIns="182880" rtlCol="0" anchor="ctr">
            <a:normAutofit/>
          </a:bodyPr>
          <a:lstStyle/>
          <a:p>
            <a:pPr rtl="0"/>
            <a:r>
              <a:rPr lang="pt-BR" dirty="0" err="1">
                <a:solidFill>
                  <a:schemeClr val="bg1"/>
                </a:solidFill>
              </a:rPr>
              <a:t>cONCLUSÃO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4" name="Imagem 3" descr="Mão com caneta apontando números financeiros">
            <a:extLst>
              <a:ext uri="{FF2B5EF4-FFF2-40B4-BE49-F238E27FC236}">
                <a16:creationId xmlns:a16="http://schemas.microsoft.com/office/drawing/2014/main" id="{AB2E0BE0-B684-4228-A4DF-58C8CAFFDF4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20" y="10"/>
            <a:ext cx="4657325" cy="685799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1FE48D4F-AD3A-CACE-5CD8-695103339DA5}"/>
              </a:ext>
            </a:extLst>
          </p:cNvPr>
          <p:cNvSpPr txBox="1"/>
          <p:nvPr/>
        </p:nvSpPr>
        <p:spPr>
          <a:xfrm>
            <a:off x="6958642" y="5589917"/>
            <a:ext cx="34246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VITOR HUGO DE JESUS SILVA</a:t>
            </a:r>
            <a:br>
              <a:rPr lang="pt-BR" dirty="0">
                <a:solidFill>
                  <a:schemeClr val="bg1"/>
                </a:solidFill>
              </a:rPr>
            </a:br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Vitor.hjsilva1@senacsp.edu.br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F84BB99-8208-02FE-B9C8-D2CB72C867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41445" y="2135561"/>
            <a:ext cx="657548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ill Sans MT (Corpo)"/>
              </a:rPr>
              <a:t>Organização sem falhas: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ill Sans MT (Corpo)"/>
              </a:rPr>
              <a:t> A divisão em duas tabelas (1:N) eliminou a repetição de dados e manteve o cadastro dos pacientes limpo.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ill Sans MT (Corpo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ill Sans MT (Corpo)"/>
              </a:rPr>
              <a:t>Banco inteligente, sistema rápido: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ill Sans MT (Corpo)"/>
              </a:rPr>
              <a:t> Fazer o próprio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ill Sans MT (Corpo)"/>
              </a:rPr>
              <a:t>SQLite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ill Sans MT (Corpo)"/>
              </a:rPr>
              <a:t> calcular datas e formatar moedas tira o "peso" do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ill Sans MT (Corpo)"/>
              </a:rPr>
              <a:t>backend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ill Sans MT (Corpo)"/>
              </a:rPr>
              <a:t> ou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Gill Sans MT (Corpo)"/>
              </a:rPr>
              <a:t>frontend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ill Sans MT (Corpo)"/>
              </a:rPr>
              <a:t>, melhorando a performance geral do sistema.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ill Sans MT (Corpo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ill Sans MT (Corpo)"/>
              </a:rPr>
              <a:t>Tecnologia gerando valor: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ill Sans MT (Corpo)"/>
              </a:rPr>
              <a:t> Mais do que guardar dados, o SQL transformou registros soltos em respostas de negócio reais (como entender o faturamento e a fidelização da clínica).</a:t>
            </a:r>
          </a:p>
        </p:txBody>
      </p:sp>
    </p:spTree>
    <p:extLst>
      <p:ext uri="{BB962C8B-B14F-4D97-AF65-F5344CB8AC3E}">
        <p14:creationId xmlns:p14="http://schemas.microsoft.com/office/powerpoint/2010/main" val="2673849116"/>
      </p:ext>
    </p:extLst>
  </p:cSld>
  <p:clrMapOvr>
    <a:masterClrMapping/>
  </p:clrMapOvr>
</p:sld>
</file>

<file path=ppt/theme/theme1.xml><?xml version="1.0" encoding="utf-8"?>
<a:theme xmlns:a="http://schemas.openxmlformats.org/drawingml/2006/main" name="Pacote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0ED59B-F67D-4B99-A0A7-E5237FF5810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E17AD15-0DEB-4851-82A2-261C041346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2736BCB-6CE4-414B-B2BE-1DA087E521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Design financeiro</Template>
  <TotalTime>62</TotalTime>
  <Words>413</Words>
  <Application>Microsoft Office PowerPoint</Application>
  <PresentationFormat>Widescreen</PresentationFormat>
  <Paragraphs>35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Calibri</vt:lpstr>
      <vt:lpstr>Gill Sans MT</vt:lpstr>
      <vt:lpstr>Gill Sans MT (Corpo)</vt:lpstr>
      <vt:lpstr>Pacote</vt:lpstr>
      <vt:lpstr>Ado 1i Clinica.db</vt:lpstr>
      <vt:lpstr>MODELO ENTIDADE-RELACIONAMENTO (ER)</vt:lpstr>
      <vt:lpstr>Estrutura do CLINICA DB</vt:lpstr>
      <vt:lpstr>RESULTADOS DE CONSULTAS SQL</vt:lpstr>
      <vt:lpstr>RESULTADOS DE CONSULTAS SQL</vt:lpstr>
      <vt:lpstr>ANÁLISE DOS DADOS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VITOR HUGO DE JESUS SILVA</dc:creator>
  <cp:lastModifiedBy>vitor hugo</cp:lastModifiedBy>
  <cp:revision>2</cp:revision>
  <dcterms:created xsi:type="dcterms:W3CDTF">2026-03-29T19:46:47Z</dcterms:created>
  <dcterms:modified xsi:type="dcterms:W3CDTF">2026-04-11T00:47:45Z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