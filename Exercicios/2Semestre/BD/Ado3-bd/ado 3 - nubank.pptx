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74" r:id="rId3"/>
    <p:sldId id="276" r:id="rId4"/>
    <p:sldId id="266" r:id="rId5"/>
    <p:sldId id="277" r:id="rId6"/>
    <p:sldId id="278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0AD1"/>
    <a:srgbClr val="E3E3E3"/>
    <a:srgbClr val="D476FF"/>
    <a:srgbClr val="2F05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D81004-5F27-4D9C-9696-7DA08118CFCA}" v="86" dt="2026-04-11T02:43:14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49"/>
    <p:restoredTop sz="96327"/>
  </p:normalViewPr>
  <p:slideViewPr>
    <p:cSldViewPr snapToGrid="0">
      <p:cViewPr varScale="1">
        <p:scale>
          <a:sx n="111" d="100"/>
          <a:sy n="111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tor hugo" userId="2cabc536c2579797" providerId="LiveId" clId="{F13C111D-959C-4FBA-9B7F-A6739CBF8145}"/>
    <pc:docChg chg="undo custSel addSld delSld modSld sldOrd">
      <pc:chgData name="vitor hugo" userId="2cabc536c2579797" providerId="LiveId" clId="{F13C111D-959C-4FBA-9B7F-A6739CBF8145}" dt="2026-04-11T02:43:17.109" v="314" actId="1076"/>
      <pc:docMkLst>
        <pc:docMk/>
      </pc:docMkLst>
      <pc:sldChg chg="del">
        <pc:chgData name="vitor hugo" userId="2cabc536c2579797" providerId="LiveId" clId="{F13C111D-959C-4FBA-9B7F-A6739CBF8145}" dt="2026-04-11T02:38:02.312" v="226" actId="47"/>
        <pc:sldMkLst>
          <pc:docMk/>
          <pc:sldMk cId="35538015" sldId="256"/>
        </pc:sldMkLst>
      </pc:sldChg>
      <pc:sldChg chg="addSp modSp del mod ord">
        <pc:chgData name="vitor hugo" userId="2cabc536c2579797" providerId="LiveId" clId="{F13C111D-959C-4FBA-9B7F-A6739CBF8145}" dt="2026-04-11T02:33:24.824" v="180" actId="47"/>
        <pc:sldMkLst>
          <pc:docMk/>
          <pc:sldMk cId="3895855916" sldId="260"/>
        </pc:sldMkLst>
        <pc:spChg chg="add mod">
          <ac:chgData name="vitor hugo" userId="2cabc536c2579797" providerId="LiveId" clId="{F13C111D-959C-4FBA-9B7F-A6739CBF8145}" dt="2026-04-11T02:11:36.812" v="18" actId="113"/>
          <ac:spMkLst>
            <pc:docMk/>
            <pc:sldMk cId="3895855916" sldId="260"/>
            <ac:spMk id="3" creationId="{474FF083-9A48-0D66-AA3C-3ED93E7E5AD2}"/>
          </ac:spMkLst>
        </pc:spChg>
        <pc:picChg chg="mod">
          <ac:chgData name="vitor hugo" userId="2cabc536c2579797" providerId="LiveId" clId="{F13C111D-959C-4FBA-9B7F-A6739CBF8145}" dt="2026-04-11T02:11:07.597" v="11" actId="1076"/>
          <ac:picMkLst>
            <pc:docMk/>
            <pc:sldMk cId="3895855916" sldId="260"/>
            <ac:picMk id="2" creationId="{EFBFFDC5-380C-0874-81EB-2199943E0CA5}"/>
          </ac:picMkLst>
        </pc:picChg>
      </pc:sldChg>
      <pc:sldChg chg="del">
        <pc:chgData name="vitor hugo" userId="2cabc536c2579797" providerId="LiveId" clId="{F13C111D-959C-4FBA-9B7F-A6739CBF8145}" dt="2026-04-11T02:14:33.778" v="64" actId="47"/>
        <pc:sldMkLst>
          <pc:docMk/>
          <pc:sldMk cId="2831267556" sldId="263"/>
        </pc:sldMkLst>
      </pc:sldChg>
      <pc:sldChg chg="del">
        <pc:chgData name="vitor hugo" userId="2cabc536c2579797" providerId="LiveId" clId="{F13C111D-959C-4FBA-9B7F-A6739CBF8145}" dt="2026-04-11T02:14:33.778" v="64" actId="47"/>
        <pc:sldMkLst>
          <pc:docMk/>
          <pc:sldMk cId="2343009959" sldId="264"/>
        </pc:sldMkLst>
      </pc:sldChg>
      <pc:sldChg chg="addSp delSp modSp mod">
        <pc:chgData name="vitor hugo" userId="2cabc536c2579797" providerId="LiveId" clId="{F13C111D-959C-4FBA-9B7F-A6739CBF8145}" dt="2026-04-11T02:37:47.346" v="223" actId="1076"/>
        <pc:sldMkLst>
          <pc:docMk/>
          <pc:sldMk cId="2921313457" sldId="266"/>
        </pc:sldMkLst>
        <pc:spChg chg="add mod">
          <ac:chgData name="vitor hugo" userId="2cabc536c2579797" providerId="LiveId" clId="{F13C111D-959C-4FBA-9B7F-A6739CBF8145}" dt="2026-04-11T02:36:41.941" v="209"/>
          <ac:spMkLst>
            <pc:docMk/>
            <pc:sldMk cId="2921313457" sldId="266"/>
            <ac:spMk id="3" creationId="{823F8A48-C7E4-95B4-D833-1B82CA3716B9}"/>
          </ac:spMkLst>
        </pc:spChg>
        <pc:spChg chg="add mod">
          <ac:chgData name="vitor hugo" userId="2cabc536c2579797" providerId="LiveId" clId="{F13C111D-959C-4FBA-9B7F-A6739CBF8145}" dt="2026-04-11T02:37:47.346" v="223" actId="1076"/>
          <ac:spMkLst>
            <pc:docMk/>
            <pc:sldMk cId="2921313457" sldId="266"/>
            <ac:spMk id="4" creationId="{42E78BE2-32E6-0185-DACC-7CBFBF366D24}"/>
          </ac:spMkLst>
        </pc:spChg>
        <pc:spChg chg="add mod">
          <ac:chgData name="vitor hugo" userId="2cabc536c2579797" providerId="LiveId" clId="{F13C111D-959C-4FBA-9B7F-A6739CBF8145}" dt="2026-04-11T02:21:31.478" v="73"/>
          <ac:spMkLst>
            <pc:docMk/>
            <pc:sldMk cId="2921313457" sldId="266"/>
            <ac:spMk id="5" creationId="{516797E4-D155-8C4D-88B1-8729044ED1AF}"/>
          </ac:spMkLst>
        </pc:spChg>
        <pc:spChg chg="del">
          <ac:chgData name="vitor hugo" userId="2cabc536c2579797" providerId="LiveId" clId="{F13C111D-959C-4FBA-9B7F-A6739CBF8145}" dt="2026-04-11T02:21:45.388" v="81" actId="478"/>
          <ac:spMkLst>
            <pc:docMk/>
            <pc:sldMk cId="2921313457" sldId="266"/>
            <ac:spMk id="7" creationId="{98FC3585-AD23-512F-C206-3B2FD12F9DE3}"/>
          </ac:spMkLst>
        </pc:spChg>
        <pc:spChg chg="add">
          <ac:chgData name="vitor hugo" userId="2cabc536c2579797" providerId="LiveId" clId="{F13C111D-959C-4FBA-9B7F-A6739CBF8145}" dt="2026-04-11T02:36:51.946" v="210"/>
          <ac:spMkLst>
            <pc:docMk/>
            <pc:sldMk cId="2921313457" sldId="266"/>
            <ac:spMk id="8" creationId="{1B9D870C-486B-7567-C6A2-A51C6523A774}"/>
          </ac:spMkLst>
        </pc:spChg>
      </pc:sldChg>
      <pc:sldChg chg="addSp delSp modSp mod">
        <pc:chgData name="vitor hugo" userId="2cabc536c2579797" providerId="LiveId" clId="{F13C111D-959C-4FBA-9B7F-A6739CBF8145}" dt="2026-04-11T02:32:39.943" v="177" actId="1076"/>
        <pc:sldMkLst>
          <pc:docMk/>
          <pc:sldMk cId="554890378" sldId="274"/>
        </pc:sldMkLst>
        <pc:spChg chg="add mod">
          <ac:chgData name="vitor hugo" userId="2cabc536c2579797" providerId="LiveId" clId="{F13C111D-959C-4FBA-9B7F-A6739CBF8145}" dt="2026-04-11T02:12:51.713" v="32" actId="14100"/>
          <ac:spMkLst>
            <pc:docMk/>
            <pc:sldMk cId="554890378" sldId="274"/>
            <ac:spMk id="2" creationId="{62BDEBC9-506D-A069-0050-27ACCE7568E1}"/>
          </ac:spMkLst>
        </pc:spChg>
        <pc:spChg chg="add">
          <ac:chgData name="vitor hugo" userId="2cabc536c2579797" providerId="LiveId" clId="{F13C111D-959C-4FBA-9B7F-A6739CBF8145}" dt="2026-04-11T02:12:45.695" v="29"/>
          <ac:spMkLst>
            <pc:docMk/>
            <pc:sldMk cId="554890378" sldId="274"/>
            <ac:spMk id="3" creationId="{ACA3F558-4523-D527-1758-FD9DBD7E7FB7}"/>
          </ac:spMkLst>
        </pc:spChg>
        <pc:spChg chg="add mod">
          <ac:chgData name="vitor hugo" userId="2cabc536c2579797" providerId="LiveId" clId="{F13C111D-959C-4FBA-9B7F-A6739CBF8145}" dt="2026-04-11T02:12:51.713" v="32" actId="14100"/>
          <ac:spMkLst>
            <pc:docMk/>
            <pc:sldMk cId="554890378" sldId="274"/>
            <ac:spMk id="4" creationId="{32432097-3BF9-37C8-55C1-5A0F6EE670CF}"/>
          </ac:spMkLst>
        </pc:spChg>
        <pc:spChg chg="add del mod">
          <ac:chgData name="vitor hugo" userId="2cabc536c2579797" providerId="LiveId" clId="{F13C111D-959C-4FBA-9B7F-A6739CBF8145}" dt="2026-04-11T02:13:13.722" v="40"/>
          <ac:spMkLst>
            <pc:docMk/>
            <pc:sldMk cId="554890378" sldId="274"/>
            <ac:spMk id="6" creationId="{3D3FD064-7F64-9403-141E-B75FD4630A68}"/>
          </ac:spMkLst>
        </pc:spChg>
        <pc:spChg chg="add mod">
          <ac:chgData name="vitor hugo" userId="2cabc536c2579797" providerId="LiveId" clId="{F13C111D-959C-4FBA-9B7F-A6739CBF8145}" dt="2026-04-11T02:32:36.196" v="176" actId="1076"/>
          <ac:spMkLst>
            <pc:docMk/>
            <pc:sldMk cId="554890378" sldId="274"/>
            <ac:spMk id="7" creationId="{4E1ACD98-7B92-54C9-9FB9-B80B6E082304}"/>
          </ac:spMkLst>
        </pc:spChg>
        <pc:spChg chg="del">
          <ac:chgData name="vitor hugo" userId="2cabc536c2579797" providerId="LiveId" clId="{F13C111D-959C-4FBA-9B7F-A6739CBF8145}" dt="2026-04-11T02:12:02.745" v="21" actId="478"/>
          <ac:spMkLst>
            <pc:docMk/>
            <pc:sldMk cId="554890378" sldId="274"/>
            <ac:spMk id="8" creationId="{B54685C6-03FA-9A81-1D62-8F7EB8B478B9}"/>
          </ac:spMkLst>
        </pc:spChg>
        <pc:spChg chg="del">
          <ac:chgData name="vitor hugo" userId="2cabc536c2579797" providerId="LiveId" clId="{F13C111D-959C-4FBA-9B7F-A6739CBF8145}" dt="2026-04-11T02:12:03.979" v="22" actId="478"/>
          <ac:spMkLst>
            <pc:docMk/>
            <pc:sldMk cId="554890378" sldId="274"/>
            <ac:spMk id="10" creationId="{59105CE9-59B4-1023-D811-7F98B0C8EFE3}"/>
          </ac:spMkLst>
        </pc:spChg>
        <pc:spChg chg="mod">
          <ac:chgData name="vitor hugo" userId="2cabc536c2579797" providerId="LiveId" clId="{F13C111D-959C-4FBA-9B7F-A6739CBF8145}" dt="2026-04-11T02:20:53.604" v="66" actId="1076"/>
          <ac:spMkLst>
            <pc:docMk/>
            <pc:sldMk cId="554890378" sldId="274"/>
            <ac:spMk id="13" creationId="{046B5875-CBBD-A6BF-C1D2-7AF967560DA5}"/>
          </ac:spMkLst>
        </pc:spChg>
        <pc:spChg chg="del">
          <ac:chgData name="vitor hugo" userId="2cabc536c2579797" providerId="LiveId" clId="{F13C111D-959C-4FBA-9B7F-A6739CBF8145}" dt="2026-04-11T02:12:02.009" v="20" actId="478"/>
          <ac:spMkLst>
            <pc:docMk/>
            <pc:sldMk cId="554890378" sldId="274"/>
            <ac:spMk id="14" creationId="{BD8A7A70-3AFB-7F24-4934-6C51054797C4}"/>
          </ac:spMkLst>
        </pc:spChg>
        <pc:picChg chg="del">
          <ac:chgData name="vitor hugo" userId="2cabc536c2579797" providerId="LiveId" clId="{F13C111D-959C-4FBA-9B7F-A6739CBF8145}" dt="2026-04-11T02:12:00.382" v="19" actId="478"/>
          <ac:picMkLst>
            <pc:docMk/>
            <pc:sldMk cId="554890378" sldId="274"/>
            <ac:picMk id="5" creationId="{57743345-F87C-03B0-4C8C-9CE67F9EF176}"/>
          </ac:picMkLst>
        </pc:picChg>
        <pc:picChg chg="add mod">
          <ac:chgData name="vitor hugo" userId="2cabc536c2579797" providerId="LiveId" clId="{F13C111D-959C-4FBA-9B7F-A6739CBF8145}" dt="2026-04-11T02:32:39.943" v="177" actId="1076"/>
          <ac:picMkLst>
            <pc:docMk/>
            <pc:sldMk cId="554890378" sldId="274"/>
            <ac:picMk id="9" creationId="{F9688147-6AFE-3F36-7757-7B3A4FAF8B75}"/>
          </ac:picMkLst>
        </pc:picChg>
      </pc:sldChg>
      <pc:sldChg chg="addSp delSp modSp add mod ord">
        <pc:chgData name="vitor hugo" userId="2cabc536c2579797" providerId="LiveId" clId="{F13C111D-959C-4FBA-9B7F-A6739CBF8145}" dt="2026-04-11T02:41:03.424" v="257" actId="20577"/>
        <pc:sldMkLst>
          <pc:docMk/>
          <pc:sldMk cId="1961492271" sldId="275"/>
        </pc:sldMkLst>
        <pc:spChg chg="mod">
          <ac:chgData name="vitor hugo" userId="2cabc536c2579797" providerId="LiveId" clId="{F13C111D-959C-4FBA-9B7F-A6739CBF8145}" dt="2026-04-11T02:30:25.935" v="128" actId="1076"/>
          <ac:spMkLst>
            <pc:docMk/>
            <pc:sldMk cId="1961492271" sldId="275"/>
            <ac:spMk id="3" creationId="{4A81B3BC-5166-3264-C8C1-3DE0723CCDC8}"/>
          </ac:spMkLst>
        </pc:spChg>
        <pc:spChg chg="add mod">
          <ac:chgData name="vitor hugo" userId="2cabc536c2579797" providerId="LiveId" clId="{F13C111D-959C-4FBA-9B7F-A6739CBF8145}" dt="2026-04-11T02:31:56.523" v="172" actId="2711"/>
          <ac:spMkLst>
            <pc:docMk/>
            <pc:sldMk cId="1961492271" sldId="275"/>
            <ac:spMk id="4" creationId="{039D1AF8-8A29-9164-FD54-EBE859C97937}"/>
          </ac:spMkLst>
        </pc:spChg>
        <pc:spChg chg="add del mod">
          <ac:chgData name="vitor hugo" userId="2cabc536c2579797" providerId="LiveId" clId="{F13C111D-959C-4FBA-9B7F-A6739CBF8145}" dt="2026-04-11T02:30:16.274" v="124" actId="478"/>
          <ac:spMkLst>
            <pc:docMk/>
            <pc:sldMk cId="1961492271" sldId="275"/>
            <ac:spMk id="5" creationId="{74AC2654-6802-336C-52E8-B22A4D895EF9}"/>
          </ac:spMkLst>
        </pc:spChg>
        <pc:spChg chg="add mod">
          <ac:chgData name="vitor hugo" userId="2cabc536c2579797" providerId="LiveId" clId="{F13C111D-959C-4FBA-9B7F-A6739CBF8145}" dt="2026-04-11T02:41:03.424" v="257" actId="20577"/>
          <ac:spMkLst>
            <pc:docMk/>
            <pc:sldMk cId="1961492271" sldId="275"/>
            <ac:spMk id="6" creationId="{B0BBE5D3-7D98-46B8-719B-FB9BAC137BEE}"/>
          </ac:spMkLst>
        </pc:spChg>
        <pc:picChg chg="mod">
          <ac:chgData name="vitor hugo" userId="2cabc536c2579797" providerId="LiveId" clId="{F13C111D-959C-4FBA-9B7F-A6739CBF8145}" dt="2026-04-11T02:32:05.703" v="173" actId="1076"/>
          <ac:picMkLst>
            <pc:docMk/>
            <pc:sldMk cId="1961492271" sldId="275"/>
            <ac:picMk id="2" creationId="{11716F5E-7741-1E03-3F51-8EF1F43C5A5F}"/>
          </ac:picMkLst>
        </pc:picChg>
      </pc:sldChg>
      <pc:sldChg chg="add del">
        <pc:chgData name="vitor hugo" userId="2cabc536c2579797" providerId="LiveId" clId="{F13C111D-959C-4FBA-9B7F-A6739CBF8145}" dt="2026-04-11T02:14:35.407" v="65" actId="47"/>
        <pc:sldMkLst>
          <pc:docMk/>
          <pc:sldMk cId="2053780322" sldId="275"/>
        </pc:sldMkLst>
      </pc:sldChg>
      <pc:sldChg chg="add del setBg">
        <pc:chgData name="vitor hugo" userId="2cabc536c2579797" providerId="LiveId" clId="{F13C111D-959C-4FBA-9B7F-A6739CBF8145}" dt="2026-04-11T02:14:22.523" v="62"/>
        <pc:sldMkLst>
          <pc:docMk/>
          <pc:sldMk cId="2553089601" sldId="275"/>
        </pc:sldMkLst>
      </pc:sldChg>
      <pc:sldChg chg="add del setBg">
        <pc:chgData name="vitor hugo" userId="2cabc536c2579797" providerId="LiveId" clId="{F13C111D-959C-4FBA-9B7F-A6739CBF8145}" dt="2026-04-11T02:26:41.589" v="96"/>
        <pc:sldMkLst>
          <pc:docMk/>
          <pc:sldMk cId="3942510204" sldId="275"/>
        </pc:sldMkLst>
      </pc:sldChg>
      <pc:sldChg chg="addSp delSp modSp add mod">
        <pc:chgData name="vitor hugo" userId="2cabc536c2579797" providerId="LiveId" clId="{F13C111D-959C-4FBA-9B7F-A6739CBF8145}" dt="2026-04-11T02:37:53.610" v="225"/>
        <pc:sldMkLst>
          <pc:docMk/>
          <pc:sldMk cId="638954108" sldId="276"/>
        </pc:sldMkLst>
        <pc:spChg chg="add del">
          <ac:chgData name="vitor hugo" userId="2cabc536c2579797" providerId="LiveId" clId="{F13C111D-959C-4FBA-9B7F-A6739CBF8145}" dt="2026-04-11T02:33:56.013" v="190" actId="478"/>
          <ac:spMkLst>
            <pc:docMk/>
            <pc:sldMk cId="638954108" sldId="276"/>
            <ac:spMk id="2" creationId="{9D2A0061-134D-8C9A-36A0-2EE2D19E0C75}"/>
          </ac:spMkLst>
        </pc:spChg>
        <pc:spChg chg="add mod">
          <ac:chgData name="vitor hugo" userId="2cabc536c2579797" providerId="LiveId" clId="{F13C111D-959C-4FBA-9B7F-A6739CBF8145}" dt="2026-04-11T02:33:55.181" v="189" actId="1076"/>
          <ac:spMkLst>
            <pc:docMk/>
            <pc:sldMk cId="638954108" sldId="276"/>
            <ac:spMk id="3" creationId="{C2F1254B-8EBE-07EA-7A02-7296F15D7602}"/>
          </ac:spMkLst>
        </pc:spChg>
        <pc:spChg chg="add del mod">
          <ac:chgData name="vitor hugo" userId="2cabc536c2579797" providerId="LiveId" clId="{F13C111D-959C-4FBA-9B7F-A6739CBF8145}" dt="2026-04-11T02:34:46.937" v="208" actId="113"/>
          <ac:spMkLst>
            <pc:docMk/>
            <pc:sldMk cId="638954108" sldId="276"/>
            <ac:spMk id="7" creationId="{3606636E-160C-0187-BFFF-0021EAE99034}"/>
          </ac:spMkLst>
        </pc:spChg>
        <pc:spChg chg="mod">
          <ac:chgData name="vitor hugo" userId="2cabc536c2579797" providerId="LiveId" clId="{F13C111D-959C-4FBA-9B7F-A6739CBF8145}" dt="2026-04-11T02:33:34.297" v="184"/>
          <ac:spMkLst>
            <pc:docMk/>
            <pc:sldMk cId="638954108" sldId="276"/>
            <ac:spMk id="13" creationId="{62BCA5FA-EEE6-332E-2724-E073A6214E82}"/>
          </ac:spMkLst>
        </pc:spChg>
        <pc:picChg chg="add mod">
          <ac:chgData name="vitor hugo" userId="2cabc536c2579797" providerId="LiveId" clId="{F13C111D-959C-4FBA-9B7F-A6739CBF8145}" dt="2026-04-11T02:37:53.610" v="225"/>
          <ac:picMkLst>
            <pc:docMk/>
            <pc:sldMk cId="638954108" sldId="276"/>
            <ac:picMk id="4" creationId="{5766EC13-4736-0AF2-CAE9-79ECDC0A5817}"/>
          </ac:picMkLst>
        </pc:picChg>
        <pc:picChg chg="del">
          <ac:chgData name="vitor hugo" userId="2cabc536c2579797" providerId="LiveId" clId="{F13C111D-959C-4FBA-9B7F-A6739CBF8145}" dt="2026-04-11T02:37:50.292" v="224" actId="478"/>
          <ac:picMkLst>
            <pc:docMk/>
            <pc:sldMk cId="638954108" sldId="276"/>
            <ac:picMk id="9" creationId="{6D8EF39E-A0D8-B7A9-2270-1B6462917C6F}"/>
          </ac:picMkLst>
        </pc:picChg>
      </pc:sldChg>
      <pc:sldChg chg="add del setBg">
        <pc:chgData name="vitor hugo" userId="2cabc536c2579797" providerId="LiveId" clId="{F13C111D-959C-4FBA-9B7F-A6739CBF8145}" dt="2026-04-11T02:33:27.134" v="182"/>
        <pc:sldMkLst>
          <pc:docMk/>
          <pc:sldMk cId="3100301944" sldId="276"/>
        </pc:sldMkLst>
      </pc:sldChg>
      <pc:sldChg chg="addSp delSp modSp add mod ord">
        <pc:chgData name="vitor hugo" userId="2cabc536c2579797" providerId="LiveId" clId="{F13C111D-959C-4FBA-9B7F-A6739CBF8145}" dt="2026-04-11T02:41:57.802" v="259" actId="478"/>
        <pc:sldMkLst>
          <pc:docMk/>
          <pc:sldMk cId="514498754" sldId="277"/>
        </pc:sldMkLst>
        <pc:spChg chg="add del mod">
          <ac:chgData name="vitor hugo" userId="2cabc536c2579797" providerId="LiveId" clId="{F13C111D-959C-4FBA-9B7F-A6739CBF8145}" dt="2026-04-11T02:41:57.802" v="259" actId="478"/>
          <ac:spMkLst>
            <pc:docMk/>
            <pc:sldMk cId="514498754" sldId="277"/>
            <ac:spMk id="2" creationId="{88367F64-900F-5BC4-4917-90C7352CBA06}"/>
          </ac:spMkLst>
        </pc:spChg>
        <pc:spChg chg="mod">
          <ac:chgData name="vitor hugo" userId="2cabc536c2579797" providerId="LiveId" clId="{F13C111D-959C-4FBA-9B7F-A6739CBF8145}" dt="2026-04-11T02:40:23.484" v="240" actId="1076"/>
          <ac:spMkLst>
            <pc:docMk/>
            <pc:sldMk cId="514498754" sldId="277"/>
            <ac:spMk id="7" creationId="{C4FC718A-7FE6-E78B-CFE0-50FE5CEAEEAD}"/>
          </ac:spMkLst>
        </pc:spChg>
        <pc:spChg chg="mod">
          <ac:chgData name="vitor hugo" userId="2cabc536c2579797" providerId="LiveId" clId="{F13C111D-959C-4FBA-9B7F-A6739CBF8145}" dt="2026-04-11T02:39:33.177" v="230"/>
          <ac:spMkLst>
            <pc:docMk/>
            <pc:sldMk cId="514498754" sldId="277"/>
            <ac:spMk id="13" creationId="{BC260F06-F59A-D61A-FF09-4465ACB42A8F}"/>
          </ac:spMkLst>
        </pc:spChg>
      </pc:sldChg>
      <pc:sldChg chg="new del">
        <pc:chgData name="vitor hugo" userId="2cabc536c2579797" providerId="LiveId" clId="{F13C111D-959C-4FBA-9B7F-A6739CBF8145}" dt="2026-04-11T02:40:47.230" v="242" actId="47"/>
        <pc:sldMkLst>
          <pc:docMk/>
          <pc:sldMk cId="581131484" sldId="278"/>
        </pc:sldMkLst>
      </pc:sldChg>
      <pc:sldChg chg="modSp add mod">
        <pc:chgData name="vitor hugo" userId="2cabc536c2579797" providerId="LiveId" clId="{F13C111D-959C-4FBA-9B7F-A6739CBF8145}" dt="2026-04-11T02:43:17.109" v="314" actId="1076"/>
        <pc:sldMkLst>
          <pc:docMk/>
          <pc:sldMk cId="2743700991" sldId="278"/>
        </pc:sldMkLst>
        <pc:spChg chg="mod">
          <ac:chgData name="vitor hugo" userId="2cabc536c2579797" providerId="LiveId" clId="{F13C111D-959C-4FBA-9B7F-A6739CBF8145}" dt="2026-04-11T02:43:17.109" v="314" actId="1076"/>
          <ac:spMkLst>
            <pc:docMk/>
            <pc:sldMk cId="2743700991" sldId="278"/>
            <ac:spMk id="2" creationId="{8932B1E0-0D80-4647-8996-94B9801BF2B6}"/>
          </ac:spMkLst>
        </pc:spChg>
        <pc:spChg chg="mod">
          <ac:chgData name="vitor hugo" userId="2cabc536c2579797" providerId="LiveId" clId="{F13C111D-959C-4FBA-9B7F-A6739CBF8145}" dt="2026-04-11T02:43:14.705" v="313" actId="1076"/>
          <ac:spMkLst>
            <pc:docMk/>
            <pc:sldMk cId="2743700991" sldId="278"/>
            <ac:spMk id="7" creationId="{382F4232-6145-9341-7CDE-2091C1AEB78B}"/>
          </ac:spMkLst>
        </pc:spChg>
        <pc:spChg chg="mod">
          <ac:chgData name="vitor hugo" userId="2cabc536c2579797" providerId="LiveId" clId="{F13C111D-959C-4FBA-9B7F-A6739CBF8145}" dt="2026-04-11T02:42:22.788" v="281" actId="113"/>
          <ac:spMkLst>
            <pc:docMk/>
            <pc:sldMk cId="2743700991" sldId="278"/>
            <ac:spMk id="13" creationId="{0471BEE9-4835-BA50-DF89-98876FDB63AA}"/>
          </ac:spMkLst>
        </pc:spChg>
      </pc:sldChg>
      <pc:sldChg chg="del">
        <pc:chgData name="vitor hugo" userId="2cabc536c2579797" providerId="LiveId" clId="{F13C111D-959C-4FBA-9B7F-A6739CBF8145}" dt="2026-04-11T01:57:58.245" v="0" actId="47"/>
        <pc:sldMkLst>
          <pc:docMk/>
          <pc:sldMk cId="3892375545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CF9FD-6C41-6733-3A51-58EED29B2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30BB675-002C-BA16-AFFA-764629F2B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7AABB5-3F42-FE83-D35F-B7760DC90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00E19F-D846-A620-AB82-ACFA390EA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CD9E5A-F893-2E69-C7D5-2843A259E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831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5E698-5581-29E2-AD70-D980ED82B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195040-807C-FD95-B3D3-9A0EC88EA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418877-A178-5056-89AD-853034F08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367F27-C41E-6C36-2276-DCBBABD1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551B57-67C3-D23E-EB31-59E4D5C29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74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FB01C-C74E-92C8-506E-BA78C9658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02D45B8-7C79-95AD-CA81-A82E24976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5EA6F8-B4BD-8E82-FFAD-9D0518CF0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CA0018-74B0-7A5A-AF54-5DAC5CC5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FB2899-4226-079A-8BEE-5AB343103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46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5BEAA-ABF2-DA11-CF34-1DBCF0EED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924EEE-A825-B2E0-7818-3A22F5B606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E8EA28F-1460-EFC8-CAB2-63E094569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DC1286-D5CE-A8A2-B5D2-1ECE3629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02780-6E36-D25A-FA86-0FBAF4389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436E210-F0A0-2CE6-711F-DA1031B9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72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9CF18-358E-1188-5AE2-B924F73BF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236FCD-A952-0A0C-DA36-38C66BB2FB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D228514-4C3B-16AD-2334-4B747E70A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9D7628A-04C5-984A-85BE-A0FAAA111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98D032A-6265-F616-1AA8-B723BBCD8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E5B92E1-541B-B106-849E-9F49AB0BE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6077323-107C-8878-F1FA-8B1E328E3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5522B3-4149-8D84-4440-CFE42523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053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AB46B-EDEE-ADDD-C028-254E1CA3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3F36B0-FEC8-4B6C-CC72-018C27DFD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5879124-2174-5C65-0965-981331FB9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380DB00-F46F-0B55-76FB-34C1302D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9447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458162A-684E-BDEE-7095-CD1984E6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7F57E39-39E9-9A2A-AFCC-89B81D45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F8724F3-422E-9468-82E0-A5C32DEAA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31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C623D-7001-04E9-4A08-553AF97C1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BAF584-C4E7-F1C1-5384-C77D31BE3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485961-DEAC-00F9-A6F7-49AA8FC10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88242D-D9FF-CFAD-F476-FAA312E25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E2C1DE-FC8D-B621-B63D-DA0F8F92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ECDF69-6AC7-F30A-3EDE-7C39E7186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6624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71C68-9BAA-76D3-36F2-9BF024943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468CE78-744A-CA2D-7364-799DAD0EA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AD4C91B-3AF5-F6EF-C683-737A4D3D0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030268-FC60-E77D-0638-2FCDC8EB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8BF0E6-6D6B-D77B-FE29-AD1E4CE8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CD768DB-D49D-BEAF-1E92-627C6BE1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4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2EDD8B-87E3-0F60-8531-F46FF579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9EC2EFB-2B74-BA11-B328-F8AFDED172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37255A-FC24-8F8D-8378-FFC18E9B6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BF2596-8F87-3D3D-EFE8-792C5F91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5CDAD8-D31B-3F0A-E6FC-0409583F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9042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96615EA-BF5D-FBEC-2DAA-9F7C7DA2E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8CB5B7F-AF8D-D062-082B-000096D13A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685FA5-208C-200B-406B-8C620815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37088E-F107-2526-38C8-05CB71540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8E8561-347F-2CC9-32DE-246594831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994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DBC878B-B9F9-BC02-0B7D-1F6B500E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FB3855-BBDF-C34B-4AA1-46F73918F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6C490F-441A-C639-05FE-9B7F795FB0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13A12-8050-3641-8832-D67B10764D76}" type="datetimeFigureOut">
              <a:rPr lang="pt-BR" smtClean="0"/>
              <a:t>10/04/2026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FF4C5-3959-6955-18E0-8674D74E3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5A373B-84CB-A2C3-5978-5FAD8D7A2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40B65-8847-C44F-966E-37D4BED7F8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6215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https://aws.amazon.com/pt/solutions/case-studies/nubank-case-study/" TargetMode="External"/><Relationship Id="rId2" Type="http://schemas.openxmlformats.org/officeDocument/2006/relationships/hyperlink" Target="https://www.google.com/search?q=https://blog.nubank.com.br/categoria/engenharia/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hyperlink" Target="https://datahackers.com.br/podca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05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3F5B43-4FBC-ECFD-634F-670DA7D7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1716F5E-7741-1E03-3F51-8EF1F43C5A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405" y="5747234"/>
            <a:ext cx="1361581" cy="75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4A81B3BC-5166-3264-C8C1-3DE0723CCDC8}"/>
              </a:ext>
            </a:extLst>
          </p:cNvPr>
          <p:cNvSpPr txBox="1"/>
          <p:nvPr/>
        </p:nvSpPr>
        <p:spPr>
          <a:xfrm>
            <a:off x="2900106" y="1766432"/>
            <a:ext cx="63917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Case </a:t>
            </a:r>
            <a:r>
              <a:rPr lang="pt-BR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Nubank</a:t>
            </a:r>
            <a:r>
              <a:rPr lang="pt-BR" sz="3200" dirty="0">
                <a:solidFill>
                  <a:schemeClr val="bg1"/>
                </a:solidFill>
                <a:latin typeface="Century Gothic" panose="020B0502020202020204" pitchFamily="34" charset="0"/>
              </a:rPr>
              <a:t>: Engenharia de Dados e Decisões em Tempo Real.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39D1AF8-8A29-9164-FD54-EBE859C97937}"/>
              </a:ext>
            </a:extLst>
          </p:cNvPr>
          <p:cNvSpPr txBox="1"/>
          <p:nvPr/>
        </p:nvSpPr>
        <p:spPr>
          <a:xfrm>
            <a:off x="2900106" y="3725109"/>
            <a:ext cx="63917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Como o maior banco digital do mundo utiliza dados para escalar.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BBE5D3-7D98-46B8-719B-FB9BAC137BEE}"/>
              </a:ext>
            </a:extLst>
          </p:cNvPr>
          <p:cNvSpPr txBox="1"/>
          <p:nvPr/>
        </p:nvSpPr>
        <p:spPr>
          <a:xfrm>
            <a:off x="2900106" y="4822012"/>
            <a:ext cx="6391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Vitor Hugo de Jesus Silva - TSI</a:t>
            </a:r>
          </a:p>
        </p:txBody>
      </p:sp>
    </p:spTree>
    <p:extLst>
      <p:ext uri="{BB962C8B-B14F-4D97-AF65-F5344CB8AC3E}">
        <p14:creationId xmlns:p14="http://schemas.microsoft.com/office/powerpoint/2010/main" val="1961492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05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046B5875-CBBD-A6BF-C1D2-7AF967560DA5}"/>
              </a:ext>
            </a:extLst>
          </p:cNvPr>
          <p:cNvSpPr txBox="1"/>
          <p:nvPr/>
        </p:nvSpPr>
        <p:spPr>
          <a:xfrm>
            <a:off x="3539317" y="489417"/>
            <a:ext cx="5113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algn="ctr">
              <a:defRPr/>
            </a:pPr>
            <a:r>
              <a:rPr lang="pt-BR" sz="2800" dirty="0"/>
              <a:t>Tecnologias e Ecossistema de Dados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E1ACD98-7B92-54C9-9FB9-B80B6E082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008" y="1843950"/>
            <a:ext cx="817398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Linguagem Principal: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Clojure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(Programação Funcional).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Bancos de Dados: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Datomic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(Transacional) 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DynamoDB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(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NoSQL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Infraestrutura: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AWS (Cloud), Kafka (Streaming de dados em tempo real) e </a:t>
            </a:r>
            <a:r>
              <a:rPr kumimoji="0" lang="pt-BR" altLang="pt-BR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Looker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(Dashboards/BI).</a:t>
            </a:r>
            <a:endParaRPr lang="pt-BR" altLang="pt-B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Tipos de Dados: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 Dados estruturados (transações, cadastros) e semiestruturados (logs de eventos no app).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9688147-6AFE-3F36-7757-7B3A4FAF8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888" y="5802607"/>
            <a:ext cx="1361581" cy="75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4890378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05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61D6B-B353-F0B0-4916-BC79CD01A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62BCA5FA-EEE6-332E-2724-E073A6214E82}"/>
              </a:ext>
            </a:extLst>
          </p:cNvPr>
          <p:cNvSpPr txBox="1"/>
          <p:nvPr/>
        </p:nvSpPr>
        <p:spPr>
          <a:xfrm>
            <a:off x="3539317" y="489417"/>
            <a:ext cx="5113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algn="ctr">
              <a:defRPr/>
            </a:pPr>
            <a:r>
              <a:rPr lang="pt-BR" sz="2800" dirty="0"/>
              <a:t>Fluxo de Dados e Resultados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606636E-160C-0187-BFFF-0021EAE99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008" y="1997839"/>
            <a:ext cx="8173983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Data Lake: 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Centralização de dados para análise no S3 (AWS).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Ferramenta de Consulta: 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Uso de SQL via Trino/Presto para extrair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Resultado 1: 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Aprovação de crédito em milissegundos.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Resultado 2: 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Detecção de fraude usando modelos de Machine Learning que rodam em cima desses dados.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766EC13-4736-0AF2-CAE9-79ECDC0A5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405" y="5747234"/>
            <a:ext cx="1361581" cy="75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8954108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Nubank - Finalmente você no controle do seu dinheiro">
            <a:extLst>
              <a:ext uri="{FF2B5EF4-FFF2-40B4-BE49-F238E27FC236}">
                <a16:creationId xmlns:a16="http://schemas.microsoft.com/office/drawing/2014/main" id="{3710F962-ECE3-5139-F8AC-12B58BF61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0"/>
          <a:stretch/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A8AE0D84-CF2A-E9B3-6ACE-856B50695268}"/>
              </a:ext>
            </a:extLst>
          </p:cNvPr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solidFill>
            <a:srgbClr val="2F0549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23F8A48-C7E4-95B4-D833-1B82CA3716B9}"/>
              </a:ext>
            </a:extLst>
          </p:cNvPr>
          <p:cNvSpPr txBox="1"/>
          <p:nvPr/>
        </p:nvSpPr>
        <p:spPr>
          <a:xfrm>
            <a:off x="3539316" y="629587"/>
            <a:ext cx="5113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algn="ctr">
              <a:defRPr/>
            </a:pPr>
            <a:r>
              <a:rPr lang="pt-BR" sz="2800" dirty="0"/>
              <a:t>O que aprendemos com este case?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E78BE2-32E6-0185-DACC-7CBFBF366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5898" y="2394517"/>
            <a:ext cx="922020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Escalabilidade: </a:t>
            </a:r>
            <a:r>
              <a:rPr lang="pt-BR" altLang="pt-B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A tecnologia deve suportar o crescimento do negócio.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Cultura Imutável: </a:t>
            </a:r>
            <a:r>
              <a:rPr lang="pt-BR" altLang="pt-B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Dados históricos são tão valiosos quanto os dados atuais.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pt-BR" altLang="pt-B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Decisão em Tempo Real: </a:t>
            </a:r>
            <a:r>
              <a:rPr lang="pt-BR" altLang="pt-B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No mercado atual, processar dados em lote (batch) uma vez por dia já não é mais suficiente.</a:t>
            </a:r>
            <a:endParaRPr kumimoji="0" lang="pt-BR" altLang="pt-BR" sz="20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31345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05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76A3ED-00EB-D061-42A5-7E8CD220B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BC260F06-F59A-D61A-FF09-4465ACB42A8F}"/>
              </a:ext>
            </a:extLst>
          </p:cNvPr>
          <p:cNvSpPr txBox="1"/>
          <p:nvPr/>
        </p:nvSpPr>
        <p:spPr>
          <a:xfrm>
            <a:off x="3539317" y="489417"/>
            <a:ext cx="5113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algn="ctr">
              <a:defRPr/>
            </a:pPr>
            <a:r>
              <a:rPr lang="pt-BR" sz="2800" dirty="0"/>
              <a:t>Relação com a Disciplina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4FC718A-7FE6-E78B-CFE0-50FE5CEAE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008" y="2243604"/>
            <a:ext cx="8173983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Modelagem Relacional vs. Não-Relacional: 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Quando usar cada um.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Importância do SQL: </a:t>
            </a:r>
            <a:r>
              <a:rPr kumimoji="0" lang="pt-BR" altLang="pt-BR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entury Gothic" panose="020B0502020202020204" pitchFamily="34" charset="0"/>
              </a:rPr>
              <a:t>Mesmo em bancos modernos, o SQL é a linguagem de consulta final.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02D969E-BFC4-7B4D-A8EF-E9F9B4450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888" y="5802607"/>
            <a:ext cx="1361581" cy="75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4498754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054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2B024-5305-4F2A-B5B5-0755FFCEA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aixaDeTexto 12">
            <a:extLst>
              <a:ext uri="{FF2B5EF4-FFF2-40B4-BE49-F238E27FC236}">
                <a16:creationId xmlns:a16="http://schemas.microsoft.com/office/drawing/2014/main" id="{0471BEE9-4835-BA50-DF89-98876FDB63AA}"/>
              </a:ext>
            </a:extLst>
          </p:cNvPr>
          <p:cNvSpPr txBox="1"/>
          <p:nvPr/>
        </p:nvSpPr>
        <p:spPr>
          <a:xfrm>
            <a:off x="3539317" y="489417"/>
            <a:ext cx="51133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pt-BR"/>
            </a:defPPr>
            <a:lvl1pPr>
              <a:defRPr sz="24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 algn="ctr">
              <a:defRPr/>
            </a:pPr>
            <a:r>
              <a:rPr kumimoji="0" lang="pt-BR" sz="28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Referencias</a:t>
            </a:r>
            <a:endParaRPr kumimoji="0" lang="pt-BR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82F4232-6145-9341-7CDE-2091C1AEB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855" y="1737420"/>
            <a:ext cx="742829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Referências usadas </a:t>
            </a:r>
          </a:p>
          <a:p>
            <a:endParaRPr lang="pt-BR" sz="2000" b="1" dirty="0">
              <a:solidFill>
                <a:schemeClr val="bg1"/>
              </a:solidFill>
              <a:latin typeface="Century Gothic" panose="020B0502020202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 panose="020B0502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Nubank Engenharia (Blog Oficial)</a:t>
            </a:r>
            <a:endParaRPr lang="pt-B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pt-B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 panose="020B0502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de Sucesso AWS: Nubank</a:t>
            </a:r>
            <a:endParaRPr lang="pt-B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endParaRPr lang="pt-B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pt-BR" sz="2000" dirty="0">
                <a:solidFill>
                  <a:schemeClr val="bg1"/>
                </a:solidFill>
                <a:latin typeface="Century Gothic" panose="020B050202020202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Podcast Data Hackers: Engenharia de Dados no Nubank</a:t>
            </a:r>
            <a:endParaRPr lang="pt-BR" sz="2000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pt-BR" altLang="pt-BR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AB59E26-8B1F-6C85-69D4-0DB72DCA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1888" y="5802607"/>
            <a:ext cx="1361581" cy="75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932B1E0-0D80-4647-8996-94B9801BF2B6}"/>
              </a:ext>
            </a:extLst>
          </p:cNvPr>
          <p:cNvSpPr txBox="1"/>
          <p:nvPr/>
        </p:nvSpPr>
        <p:spPr>
          <a:xfrm>
            <a:off x="2381855" y="4881438"/>
            <a:ext cx="6391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pt-BR" sz="2000" dirty="0">
                <a:solidFill>
                  <a:schemeClr val="bg1"/>
                </a:solidFill>
                <a:latin typeface="Century Gothic" panose="020B0502020202020204" pitchFamily="34" charset="0"/>
              </a:rPr>
              <a:t>Vitor Hugo de Jesus Silva - TSI</a:t>
            </a:r>
          </a:p>
        </p:txBody>
      </p:sp>
    </p:spTree>
    <p:extLst>
      <p:ext uri="{BB962C8B-B14F-4D97-AF65-F5344CB8AC3E}">
        <p14:creationId xmlns:p14="http://schemas.microsoft.com/office/powerpoint/2010/main" val="2743700991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280</Words>
  <Application>Microsoft Office PowerPoint</Application>
  <PresentationFormat>Widescreen</PresentationFormat>
  <Paragraphs>38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Century Gothic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Breno Vargas</dc:creator>
  <cp:lastModifiedBy>vitor hugo</cp:lastModifiedBy>
  <cp:revision>3</cp:revision>
  <dcterms:created xsi:type="dcterms:W3CDTF">2023-10-11T12:56:28Z</dcterms:created>
  <dcterms:modified xsi:type="dcterms:W3CDTF">2026-04-11T02:43:21Z</dcterms:modified>
</cp:coreProperties>
</file>